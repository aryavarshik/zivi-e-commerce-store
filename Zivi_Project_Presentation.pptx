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E85D04"/>
                </a:solidFill>
                <a:latin typeface="Calibri"/>
              </a:rPr>
              <a:t>ZIVI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Calibri"/>
              </a:rPr>
              <a:t>Premium Full-Stack E-Commerce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8B8C8"/>
                </a:solidFill>
                <a:latin typeface="Calibri"/>
              </a:rPr>
              <a:t>A modern orange-and-white shopping experience built with Django,
responsive UI, AJAX cart, wishlist, and multi-step checkout.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B8500"/>
                </a:solidFill>
                <a:latin typeface="Calibri"/>
              </a:rP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Calibri"/>
              </a:rPr>
              <a:t>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822960"/>
          </a:xfrm>
          <a:prstGeom prst="roundRect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5D04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62763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What is Zivi?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029200" cy="822960"/>
          </a:xfrm>
          <a:prstGeom prst="roundRect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727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5D04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62763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Key 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77440"/>
            <a:ext cx="5029200" cy="822960"/>
          </a:xfrm>
          <a:prstGeom prst="roundRect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786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5D04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3347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Tech Stack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77440"/>
            <a:ext cx="5029200" cy="822960"/>
          </a:xfrm>
          <a:prstGeom prst="roundRect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5786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5D04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63347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Architecture &amp; Structure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83280"/>
            <a:ext cx="5029200" cy="822960"/>
          </a:xfrm>
          <a:prstGeom prst="roundRect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5844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5D04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63931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User Journey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383280"/>
            <a:ext cx="5029200" cy="822960"/>
          </a:xfrm>
          <a:prstGeom prst="roundRect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5844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5D04"/>
                </a:solidFill>
                <a:latin typeface="Calibr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63931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Setup &amp; Demo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89120"/>
            <a:ext cx="5029200" cy="822960"/>
          </a:xfrm>
          <a:prstGeom prst="roundRect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59028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5D04"/>
                </a:solidFill>
                <a:latin typeface="Calibri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64515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Future Roadmap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389120"/>
            <a:ext cx="5029200" cy="822960"/>
          </a:xfrm>
          <a:prstGeom prst="roundRect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59028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5D04"/>
                </a:solidFill>
                <a:latin typeface="Calibri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64515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Summary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6E"/>
                </a:solidFill>
                <a:latin typeface="Calibri"/>
              </a:rPr>
              <a:t>Zivi  ·  E-Commerce Web Application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5C6E"/>
                </a:solidFill>
                <a:latin typeface="Calibri"/>
              </a:rP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2E"/>
                </a:solidFill>
                <a:latin typeface="Calibri"/>
              </a:rPr>
              <a:t>What is Zivi?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5C5C6E"/>
                </a:solidFill>
                <a:latin typeface="Calibri"/>
              </a:rPr>
              <a:t>Zivi is a premium, fully responsive e-commerce web application with a polished orange-and-white design, dynamic product discovery, and a complete shopping flow from browse → cart → checkout.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77440"/>
            <a:ext cx="2697480" cy="3200400"/>
          </a:xfrm>
          <a:prstGeom prst="roundRect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85D04"/>
                </a:solidFill>
                <a:latin typeface="Calibri"/>
              </a:rPr>
              <a:t>240+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  <a:latin typeface="Calibri"/>
              </a:rPr>
              <a:t>Products seeded
across 12 categories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2377440"/>
            <a:ext cx="2697480" cy="3200400"/>
          </a:xfrm>
          <a:prstGeom prst="roundRect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19" y="292608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85D04"/>
                </a:solidFill>
                <a:latin typeface="Calibri"/>
              </a:rPr>
              <a:t>Full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19" y="384048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  <a:latin typeface="Calibri"/>
              </a:rPr>
              <a:t>Django backend +
vanilla HTML/CSS/JS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377440"/>
            <a:ext cx="2697480" cy="3200400"/>
          </a:xfrm>
          <a:prstGeom prst="roundRect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92608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85D04"/>
                </a:solidFill>
                <a:latin typeface="Calibri"/>
              </a:rPr>
              <a:t>AJAX Cart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84048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  <a:latin typeface="Calibri"/>
              </a:rPr>
              <a:t>Instant totals without
page reloads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59" y="2377440"/>
            <a:ext cx="2697480" cy="3200400"/>
          </a:xfrm>
          <a:prstGeom prst="roundRect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39" y="2926080"/>
            <a:ext cx="2331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85D04"/>
                </a:solidFill>
                <a:latin typeface="Calibri"/>
              </a:rPr>
              <a:t>Themes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39" y="384048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  <a:latin typeface="Calibri"/>
              </a:rPr>
              <a:t>Persistent light &amp;
dark mode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6E"/>
                </a:solidFill>
                <a:latin typeface="Calibri"/>
              </a:rPr>
              <a:t>Zivi  ·  E-Commerce Web Application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5C6E"/>
                </a:solidFill>
                <a:latin typeface="Calibri"/>
              </a:rP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Calibri"/>
              </a:rP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394960" cy="49377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394960" cy="4937760"/>
          </a:xfrm>
          <a:prstGeom prst="roundRect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5D04"/>
                </a:solidFill>
                <a:latin typeface="Calibri"/>
              </a:rPr>
              <a:t>Shopping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Interactive 10-slide banner carousel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Advanced filters (price, brand, rating, stock)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AJAX shopping cart with live totals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Wishlist with move-to-cart actions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Multi-step checkout with gift options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C2F02"/>
                </a:solidFill>
                <a:latin typeface="Calibri"/>
              </a:rPr>
              <a:t>Account &amp; Engagement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Payment choices: COD, UPI, Cards, Net Banking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Django auth for cart &amp; wishlist safety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Light / dark mode (localStorage)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Reviews carousel + product review forms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Flash sales page with countdown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6E"/>
                </a:solidFill>
                <a:latin typeface="Calibri"/>
              </a:rPr>
              <a:t>Zivi  ·  E-Commerce Web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5C6E"/>
                </a:solidFill>
                <a:latin typeface="Calibri"/>
              </a:rP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Calibri"/>
              </a:rPr>
              <a:t>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3566160" cy="47548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3566160" cy="64008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2E"/>
                </a:solidFill>
                <a:latin typeface="Calibri"/>
              </a:rPr>
              <a:t>•  HTML5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2E"/>
                </a:solidFill>
                <a:latin typeface="Calibri"/>
              </a:rPr>
              <a:t>•  CSS3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2E"/>
                </a:solidFill>
                <a:latin typeface="Calibri"/>
              </a:rPr>
              <a:t>•  Vanilla JavaScript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2E"/>
                </a:solidFill>
                <a:latin typeface="Calibri"/>
              </a:rPr>
              <a:t>•  Font Awesome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188720"/>
            <a:ext cx="3566160" cy="47548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188720"/>
            <a:ext cx="3566160" cy="640080"/>
          </a:xfrm>
          <a:prstGeom prst="rect">
            <a:avLst/>
          </a:prstGeom>
          <a:solidFill>
            <a:srgbClr val="DC2F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2801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19456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2E"/>
                </a:solidFill>
                <a:latin typeface="Calibri"/>
              </a:rPr>
              <a:t>•  Django 6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2E"/>
                </a:solidFill>
                <a:latin typeface="Calibri"/>
              </a:rPr>
              <a:t>•  Python 3.13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2E"/>
                </a:solidFill>
                <a:latin typeface="Calibri"/>
              </a:rPr>
              <a:t>•  Django Templates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2E"/>
                </a:solidFill>
                <a:latin typeface="Calibri"/>
              </a:rPr>
              <a:t>•  AJAX APIs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188720"/>
            <a:ext cx="3566160" cy="475488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188720"/>
            <a:ext cx="3566160" cy="640080"/>
          </a:xfrm>
          <a:prstGeom prst="rect">
            <a:avLst/>
          </a:prstGeom>
          <a:solidFill>
            <a:srgbClr val="FB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2801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Data &amp; Deploy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19456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2E"/>
                </a:solidFill>
                <a:latin typeface="Calibri"/>
              </a:rPr>
              <a:t>•  SQLite (dev)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2E"/>
                </a:solidFill>
                <a:latin typeface="Calibri"/>
              </a:rPr>
              <a:t>•  PostgreSQL ready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2E"/>
                </a:solidFill>
                <a:latin typeface="Calibri"/>
              </a:rPr>
              <a:t>•  Gunicorn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A1A2E"/>
                </a:solidFill>
                <a:latin typeface="Calibri"/>
              </a:rPr>
              <a:t>•  WhiteNoise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6E"/>
                </a:solidFill>
                <a:latin typeface="Calibri"/>
              </a:rPr>
              <a:t>Zivi  ·  E-Commerce Web 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5C6E"/>
                </a:solidFill>
                <a:latin typeface="Calibri"/>
              </a:rP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Calibri"/>
              </a:rPr>
              <a:t>Architecture &amp;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651760" cy="2194560"/>
          </a:xfrm>
          <a:prstGeom prst="roundRect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85D04"/>
                </a:solidFill>
                <a:latin typeface="Calibri"/>
              </a:rPr>
              <a:t>zivi_project/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  <a:latin typeface="Calibri"/>
              </a:rPr>
              <a:t>Settings, URLs,
WSGI / ASGI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371600"/>
            <a:ext cx="2651760" cy="2194560"/>
          </a:xfrm>
          <a:prstGeom prst="roundRect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1600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85D04"/>
                </a:solidFill>
                <a:latin typeface="Calibri"/>
              </a:rPr>
              <a:t>store/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1945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  <a:latin typeface="Calibri"/>
              </a:rPr>
              <a:t>Models, Views,
Templates, Static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371600"/>
            <a:ext cx="2651760" cy="2194560"/>
          </a:xfrm>
          <a:prstGeom prst="roundRect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1600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85D04"/>
                </a:solidFill>
                <a:latin typeface="Calibri"/>
              </a:rPr>
              <a:t>Data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1945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  <a:latin typeface="Calibri"/>
              </a:rPr>
              <a:t>Products, Cart,
Orders, Reviews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1371600"/>
            <a:ext cx="2651760" cy="2194560"/>
          </a:xfrm>
          <a:prstGeom prst="roundRect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38360" y="1600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85D04"/>
                </a:solidFill>
                <a:latin typeface="Calibri"/>
              </a:rPr>
              <a:t>Bootstrap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1945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2E"/>
                </a:solidFill>
                <a:latin typeface="Calibri"/>
              </a:rPr>
              <a:t>run.py + seed
240+ products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C5C6E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C5C6E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C5C6E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Core pages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80560"/>
            <a:ext cx="10881360" cy="11887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80060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C5C6E"/>
                </a:solidFill>
                <a:latin typeface="Calibri"/>
              </a:rPr>
              <a:t>Home  ·  Product Detail  ·  Flash Sale  ·  Cart  ·  Wishlist  ·  Checkout  ·  Profile  ·  Settings  ·  Auth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6E"/>
                </a:solidFill>
                <a:latin typeface="Calibri"/>
              </a:rPr>
              <a:t>Zivi  ·  E-Commerce Web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5C6E"/>
                </a:solidFill>
                <a:latin typeface="Calibri"/>
              </a:rP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Calibri"/>
              </a:rPr>
              <a:t>User Journey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2148840" cy="40233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85D04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1A2E"/>
                </a:solidFill>
                <a:latin typeface="Calibri"/>
              </a:rPr>
              <a:t>Browse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8745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C5C6E"/>
                </a:solidFill>
                <a:latin typeface="Calibri"/>
              </a:rPr>
              <a:t>Explore banners,
categories &amp; filters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39" y="1463040"/>
            <a:ext cx="2148840" cy="4023360"/>
          </a:xfrm>
          <a:prstGeom prst="roundRect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799" y="18288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85D04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799" y="26517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1A2E"/>
                </a:solidFill>
                <a:latin typeface="Calibri"/>
              </a:rPr>
              <a:t>Engage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799" y="3383280"/>
            <a:ext cx="18745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C5C6E"/>
                </a:solidFill>
                <a:latin typeface="Calibri"/>
              </a:rPr>
              <a:t>Wishlist items &amp;
read/write reviews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59" y="1463040"/>
            <a:ext cx="2148840" cy="40233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19" y="18288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85D04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19" y="26517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1A2E"/>
                </a:solidFill>
                <a:latin typeface="Calibri"/>
              </a:rPr>
              <a:t>Cart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19" y="3383280"/>
            <a:ext cx="18745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C5C6E"/>
                </a:solidFill>
                <a:latin typeface="Calibri"/>
              </a:rPr>
              <a:t>AJAX quantity
updates &amp; live totals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1463040"/>
            <a:ext cx="2148840" cy="4023360"/>
          </a:xfrm>
          <a:prstGeom prst="roundRect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39" y="18288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85D04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39" y="26517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1A2E"/>
                </a:solidFill>
                <a:latin typeface="Calibri"/>
              </a:rPr>
              <a:t>Checkout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39" y="3383280"/>
            <a:ext cx="18745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C5C6E"/>
                </a:solidFill>
                <a:latin typeface="Calibri"/>
              </a:rPr>
              <a:t>Address, gifts &amp;
payment method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29800" y="1463040"/>
            <a:ext cx="2148840" cy="40233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182880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85D04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26517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1A2E"/>
                </a:solidFill>
                <a:latin typeface="Calibri"/>
              </a:rPr>
              <a:t>Confirm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3383280"/>
            <a:ext cx="18745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C5C6E"/>
                </a:solidFill>
                <a:latin typeface="Calibri"/>
              </a:rPr>
              <a:t>Order success &amp;
profile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6E"/>
                </a:solidFill>
                <a:latin typeface="Calibri"/>
              </a:rPr>
              <a:t>Zivi  ·  E-Commerce Web Application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5C6E"/>
                </a:solidFill>
                <a:latin typeface="Calibri"/>
              </a:rP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Calibri"/>
              </a:rPr>
              <a:t>Setup &amp;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6583680" cy="47548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5D04"/>
                </a:solidFill>
                <a:latin typeface="Calibri"/>
              </a:rPr>
              <a:t>Quick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python -m venv venv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pip install -r requirements.txt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python run.py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# run.py will: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#  • run migrations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#  • seed 240+ products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#  • start http://127.0.0.1:8000/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188720"/>
            <a:ext cx="4023360" cy="4754880"/>
          </a:xfrm>
          <a:prstGeom prst="roundRect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15544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C2F02"/>
                </a:solidFill>
                <a:latin typeface="Calibri"/>
              </a:rPr>
              <a:t>Admin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286000"/>
            <a:ext cx="3566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URL: /admin/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Username: admin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Password: admin123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A1A2E"/>
                </a:solidFill>
                <a:latin typeface="Calibri"/>
              </a:rPr>
              <a:t>•  Manage catalog &amp; 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6E"/>
                </a:solidFill>
                <a:latin typeface="Calibri"/>
              </a:rPr>
              <a:t>Zivi  ·  E-Commerce Web Application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5C6E"/>
                </a:solidFill>
                <a:latin typeface="Calibri"/>
              </a:rP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A1A2E"/>
                </a:solidFill>
                <a:latin typeface="Calibri"/>
              </a:rPr>
              <a:t>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10972800" cy="10515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5D04"/>
                </a:solidFill>
                <a:latin typeface="Calibri"/>
              </a:rPr>
              <a:t>Cloud 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Connect product images to S3 / cloud storage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23160"/>
            <a:ext cx="10972800" cy="1051560"/>
          </a:xfrm>
          <a:prstGeom prst="roundRect">
            <a:avLst/>
          </a:prstGeom>
          <a:solidFill>
            <a:srgbClr val="FF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5D04"/>
                </a:solidFill>
                <a:latin typeface="Calibri"/>
              </a:rPr>
              <a:t>Real Payments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Integrate Stripe, PayPal, or UPI gateways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10972800" cy="10515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5D04"/>
                </a:solidFill>
                <a:latin typeface="Calibri"/>
              </a:rPr>
              <a:t>Order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Live delivery status + SMS/email alerts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440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85D04"/>
                </a:solidFill>
                <a:latin typeface="Calibri"/>
              </a:rP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Zivi — shop smarter, build better.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